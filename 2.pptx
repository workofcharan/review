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B6F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64465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@SIH Idea submission- Template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"/>
            <a:ext cx="15544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3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" y="274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3FA0"/>
                </a:solidFill>
              </a:rPr>
              <a:t>GenCoders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377440" cy="5257800"/>
          </a:xfrm>
          <a:prstGeom prst="rect">
            <a:avLst/>
          </a:prstGeom>
          <a:solidFill>
            <a:srgbClr val="FBF6E9"/>
          </a:solidFill>
          <a:ln w="12700">
            <a:solidFill>
              <a:srgbClr val="C9B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88720"/>
            <a:ext cx="21031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Family Input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(Photos, Stories, Voice)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AI: Memory Understanding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Family Verification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Living Memory Graph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AI: Personalization Engine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Personalized Games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+ Memory Rescue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Interaction &amp; Cue Logs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Memory Connection Map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A2A2A"/>
                </a:solidFill>
              </a:rPr>
              <a:t>AI: Caregiver Copilot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9392" y="1088136"/>
            <a:ext cx="219456" cy="201168"/>
          </a:xfrm>
          <a:prstGeom prst="rect">
            <a:avLst/>
          </a:prstGeom>
          <a:solidFill>
            <a:srgbClr val="F4E9A8"/>
          </a:solidFill>
          <a:ln w="9525">
            <a:solidFill>
              <a:srgbClr val="B9A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234440"/>
            <a:ext cx="2651760" cy="2331720"/>
          </a:xfrm>
          <a:prstGeom prst="rect">
            <a:avLst/>
          </a:prstGeom>
          <a:solidFill>
            <a:srgbClr val="F7C9C4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1729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AI 1 — Memory Understanding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27832" y="219456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Family Input (Photos, Stories, Voice)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AI: Memory Understanding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Family Verification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Living Memory Graph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34072" y="1088136"/>
            <a:ext cx="219456" cy="201168"/>
          </a:xfrm>
          <a:prstGeom prst="rect">
            <a:avLst/>
          </a:prstGeom>
          <a:solidFill>
            <a:srgbClr val="F4E9A8"/>
          </a:solidFill>
          <a:ln w="9525">
            <a:solidFill>
              <a:srgbClr val="B9A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34440"/>
            <a:ext cx="2651760" cy="2331720"/>
          </a:xfrm>
          <a:prstGeom prst="rect">
            <a:avLst/>
          </a:prstGeom>
          <a:solidFill>
            <a:srgbClr val="F7C9C4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AI 2 — Personalization &amp; Rescue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19456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AI: Personalization Engine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Personalized Games + Memory Rescue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88752" y="1088136"/>
            <a:ext cx="219456" cy="201168"/>
          </a:xfrm>
          <a:prstGeom prst="rect">
            <a:avLst/>
          </a:prstGeom>
          <a:solidFill>
            <a:srgbClr val="F4E9A8"/>
          </a:solidFill>
          <a:ln w="9525">
            <a:solidFill>
              <a:srgbClr val="B9A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1234440"/>
            <a:ext cx="2651760" cy="2331720"/>
          </a:xfrm>
          <a:prstGeom prst="rect">
            <a:avLst/>
          </a:prstGeom>
          <a:solidFill>
            <a:srgbClr val="F7C9C4"/>
          </a:solidFill>
          <a:ln w="15875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72600" y="13441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48232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AI 3 — Caregiver Copilot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37192" y="2194560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Interaction &amp; Cue Logs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Memory Connection Map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AI: Caregiver Copilot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63240" y="3886200"/>
            <a:ext cx="8961120" cy="685800"/>
          </a:xfrm>
          <a:prstGeom prst="roundRect">
            <a:avLst>
              <a:gd name="adj" fmla="val 46667"/>
            </a:avLst>
          </a:prstGeom>
          <a:solidFill>
            <a:srgbClr val="E886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6120" y="388620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decides how to use a verified memory. AI does NOT decide what the person's memories are.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063240" y="4846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C6CDD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46120" y="4983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HACKATHON MVP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Structured data + deterministic / rule-based AI workflow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48463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C6CDD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80960" y="49834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PRODUCTION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Grounded NLP/LLM + advanced personalization + multilingual speech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74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6FC9"/>
                </a:solidFill>
              </a:rPr>
              <a:t>SMART INDIA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B6FC9"/>
                </a:solidFill>
              </a:rPr>
              <a:t>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2026-09-12T12:53:17Z</dcterms:created>
  <dcterms:modified xsi:type="dcterms:W3CDTF">2026-09-12T12:53:17Z</dcterms:modified>
</cp:coreProperties>
</file>